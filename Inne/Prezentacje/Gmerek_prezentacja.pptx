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8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5008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9796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7604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0143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905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699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2672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2289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796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3217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8983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62EC027-5948-45C7-9E41-BE9950DE708A}" type="datetimeFigureOut">
              <a:rPr lang="pl-PL" smtClean="0"/>
              <a:t>03.06.2025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EAC4A8-E902-4F6A-A8C0-55EA3F2FA3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6156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0F4F34-3E79-F1D6-53D0-06A16755F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Absurd, bunt i sens życia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610E1BD-4586-A71E-D354-B1AFA0FCA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Filozofia Alberta Camusa na przykładzie jego dzieł</a:t>
            </a:r>
          </a:p>
        </p:txBody>
      </p:sp>
    </p:spTree>
    <p:extLst>
      <p:ext uri="{BB962C8B-B14F-4D97-AF65-F5344CB8AC3E}">
        <p14:creationId xmlns:p14="http://schemas.microsoft.com/office/powerpoint/2010/main" val="4102061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696E39-C06E-A059-6072-C4626A2B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pl-PL" sz="4000"/>
              <a:t>Albert Camus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004723-8C58-B6DB-0F54-F74A64285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000"/>
              <a:t>Albert Camus był jednym z najważniejszych intelektualistów XX wieku. Urodził się w 1913 roku w Algierii, a zginął tragicznie w wypadku samochodowym w 1960 roku. Był pisarzem, eseistą, dziennikarzem i myślicielem, choć sam nie lubił, gdy nazywano go filozofem. W 1957 roku otrzymał Literacką Nagrodę Nobla. Jego twórczość skupia się wokół kilku zasadniczych tematów: absurdu, buntu, wolności i odpowiedzialności. Choć często bywa łączony z egzystencjalizmem i Sartre’em, sam Camus zdecydowanie się od tej etykiety odcinał. Jego filozofia to nie tyle system, co postawa wobec życia – pełna odwagi i sprzeciwu wobec bezsensu.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B7996C3-AA31-FC9D-3604-5567B6CF9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9" r="4475"/>
          <a:stretch>
            <a:fillRect/>
          </a:stretch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336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CBE6A0-FB5F-DA96-194E-7FDB383C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Absurd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8905C0-0177-E30B-8F2A-567A2CCB9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Kluczowym pojęciem w myśli Camusa jest </a:t>
            </a:r>
            <a:r>
              <a:rPr lang="pl-PL" b="1" dirty="0"/>
              <a:t>absurd</a:t>
            </a:r>
            <a:r>
              <a:rPr lang="pl-PL" dirty="0"/>
              <a:t>. Pojawia się on w wyniku zderzenia dwóch rzeczywistości: ludzkiej potrzeby sensu, porządku i wyjaśnienia, oraz milczenia świata, który nie daje żadnych odpowiedzi. Człowiek pyta „po co?”, a świat milczy. W obliczu tego absurdu istnieją trzy możliwe reakcje: ucieczka w religię, samobójstwo lub – i to właśnie wybiera Camus – świadome życie z poczuciem absurdu. Drugą fundamentalną kategorią w jego filozofii jest </a:t>
            </a:r>
            <a:r>
              <a:rPr lang="pl-PL" b="1" dirty="0"/>
              <a:t>bunt</a:t>
            </a:r>
            <a:r>
              <a:rPr lang="pl-PL" dirty="0"/>
              <a:t>. Buntownik Camusa nie akceptuje cierpienia i niesprawiedliwości, ale nie szuka sensu poza światem. Przeciwnie – działa tutaj i teraz, w imię solidarności i ludzkiej godności. Człowiek jest według Camusa wolny – nie dlatego, że wszystko może, lecz dlatego, że sam może nadać sens własnemu życiu.</a:t>
            </a:r>
          </a:p>
        </p:txBody>
      </p:sp>
    </p:spTree>
    <p:extLst>
      <p:ext uri="{BB962C8B-B14F-4D97-AF65-F5344CB8AC3E}">
        <p14:creationId xmlns:p14="http://schemas.microsoft.com/office/powerpoint/2010/main" val="625719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FB0014-415E-CCC2-4929-67420026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Mit Syzyfa (1942)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5A018A-4BA9-4AEF-3317-171A5004F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W eseju „</a:t>
            </a:r>
            <a:r>
              <a:rPr lang="pl-PL" b="1" dirty="0"/>
              <a:t>Mit Syzyfa</a:t>
            </a:r>
            <a:r>
              <a:rPr lang="pl-PL" dirty="0"/>
              <a:t>” Camus rozważa, czy życie w obliczu absurdu jest warte zachodu. Rozpoczyna od dramatycznego pytania: „Jedynym naprawdę poważnym problemem filozoficznym jest samobójstwo.” Jeśli życie nie ma sensu, to czy warto żyć? Camus odpowiada: tak. Samobójstwo to ucieczka, kapitulacja. Tymczasem godność człowieka polega na tym, by żyć mimo wszystko, świadomie i bez złudzeń. Syzyf, bohater mitu, jest zmuszony wtaczać kamień na szczyt góry, który za każdym razem spada. Camus widzi w nim metaforę człowieka współczesnego – jego los jest bezsensowny, ale on go akceptuje. Esej kończy się słynnym zdaniem: „Trzeba wyobrazić sobie Syzyfa szczęśliwego.” Szczęście rodzi się ze świadomości i z wolności wyboru – nawet w świecie bez Boga.</a:t>
            </a:r>
          </a:p>
        </p:txBody>
      </p:sp>
    </p:spTree>
    <p:extLst>
      <p:ext uri="{BB962C8B-B14F-4D97-AF65-F5344CB8AC3E}">
        <p14:creationId xmlns:p14="http://schemas.microsoft.com/office/powerpoint/2010/main" val="4139332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8BBA5E-BDEC-8ADF-228B-31E5BF240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pl-PL" sz="4000"/>
              <a:t>Obcy (1942)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816C3A-B62B-56BE-2C84-2B678825B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000"/>
              <a:t>Filozofię absurdu Camus ilustruje w powieści „</a:t>
            </a:r>
            <a:r>
              <a:rPr lang="pl-PL" sz="2000" b="1"/>
              <a:t>Obcy</a:t>
            </a:r>
            <a:r>
              <a:rPr lang="pl-PL" sz="2000"/>
              <a:t>”. Jej bohater, Meursault, jest zwykłym urzędnikiem z Algieru, który nie płacze na pogrzebie matki i nie przejawia żadnych emocji. Gdy przypadkiem zabija człowieka, staje przed sądem. Zostaje osądzony nie tyle za zbrodnię, co za swoją „nieludzkość” – za to, że nie płakał, że nie wierzy, że jest „obcy”. W finale powieści, czekając na egzekucję, Meursault godzi się z absurdem istnienia i odkrywa wewnętrzny spokój. Świat nie daje mu sensu – ale on już tego nie potrzebuje. „Otworzyłem się po raz pierwszy na czułą obojętność świata” – mówi, akceptując życie takim, jakie jest.</a:t>
            </a:r>
          </a:p>
        </p:txBody>
      </p:sp>
      <p:pic>
        <p:nvPicPr>
          <p:cNvPr id="2050" name="Picture 2" descr="Cultural and Racial Divide In 1940's Algiers by komal3579 on emaze">
            <a:extLst>
              <a:ext uri="{FF2B5EF4-FFF2-40B4-BE49-F238E27FC236}">
                <a16:creationId xmlns:a16="http://schemas.microsoft.com/office/drawing/2014/main" id="{601D3383-3D3C-FB92-515E-8124BE147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7" r="30267" b="-1"/>
          <a:stretch>
            <a:fillRect/>
          </a:stretch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239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7359D0-C2AB-3018-A444-0BE9CB41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Dżuma (1947)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594557-D97D-C071-524E-9C57A031E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Innym dziełem, w którym Camus rozwija swoją filozofię, jest powieść „</a:t>
            </a:r>
            <a:r>
              <a:rPr lang="pl-PL" b="1" dirty="0"/>
              <a:t>Dżuma</a:t>
            </a:r>
            <a:r>
              <a:rPr lang="pl-PL" dirty="0"/>
              <a:t>”. Opowiada ona o epidemii w mieście Oran, która staje się metaforą zła – cierpienia, przemocy, a także totalitaryzmu. Główny bohater, doktor </a:t>
            </a:r>
            <a:r>
              <a:rPr lang="pl-PL" dirty="0" err="1"/>
              <a:t>Rieux</a:t>
            </a:r>
            <a:r>
              <a:rPr lang="pl-PL" dirty="0"/>
              <a:t>, walczy z chorobą nie dlatego, że wierzy w jakiś sens, ale dlatego, że uważa to za uczciwe. Camus pisze: „Jedynym sposobem na walkę z zarazą jest uczciwość.” </a:t>
            </a:r>
            <a:r>
              <a:rPr lang="pl-PL" dirty="0" err="1"/>
              <a:t>Rieux</a:t>
            </a:r>
            <a:r>
              <a:rPr lang="pl-PL" dirty="0"/>
              <a:t> nie jest bohaterem, jest człowiekiem, który nie akceptuje cierpienia i robi, co może, by mu przeciwdziałać. W „Dżumie” bunt staje się formą dobra, a solidarność – najwyższą wartością. Powieść pokazuje, że nawet w świecie pozbawionym ostatecznego sensu możliwe jest etyczne życie.</a:t>
            </a:r>
          </a:p>
        </p:txBody>
      </p:sp>
    </p:spTree>
    <p:extLst>
      <p:ext uri="{BB962C8B-B14F-4D97-AF65-F5344CB8AC3E}">
        <p14:creationId xmlns:p14="http://schemas.microsoft.com/office/powerpoint/2010/main" val="3180738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5FCEBE-24F6-11FE-F32A-386D10D89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Człowiek Zbuntowany (1951)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8F54C54-78E4-57A9-71C7-D9CB44FCF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Camus rozwija ideę buntu w eseju filozoficznym „</a:t>
            </a:r>
            <a:r>
              <a:rPr lang="pl-PL" b="1" dirty="0"/>
              <a:t>Człowiek zbuntowany</a:t>
            </a:r>
            <a:r>
              <a:rPr lang="pl-PL" dirty="0"/>
              <a:t>”. Analizuje tam bunt jako postawę moralną i polityczną. Bunt nie jest tylko sprzeciwem wobec cierpienia – jest potwierdzeniem wspólnych wartości, takich jak wolność i godność. Camus krytykuje totalitaryzmy – zarówno faszyzm, jak i komunizm – które w imię idei poświęcają jednostkę. Buntownik Camusa nie jest rewolucjonistą, który zabija, ale człowiekiem, który mówi „nie”, a jednocześnie broni człowieczeństwa. Stąd słynne zdanie: „Buntuję się, więc jesteśmy.” Bunt nie oddziela człowieka od innych, ale go z nimi łączy.</a:t>
            </a:r>
          </a:p>
        </p:txBody>
      </p:sp>
    </p:spTree>
    <p:extLst>
      <p:ext uri="{BB962C8B-B14F-4D97-AF65-F5344CB8AC3E}">
        <p14:creationId xmlns:p14="http://schemas.microsoft.com/office/powerpoint/2010/main" val="1743278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5C08AE-B328-76DA-1B4D-1DA62619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Absurdyzm</a:t>
            </a:r>
            <a:r>
              <a:rPr lang="pl-PL" dirty="0"/>
              <a:t> w twórczości pisarza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F05FA1-91DE-85C9-45A0-1D4E9CD0B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Wszystkie dzieła Camusa tworzą spójną całość. „Mit Syzyfa” to teoretyczna podstawa – pokazuje, czym jest absurd. „Obcy” to ilustracja tej postawy w życiu jednostki. „Dżuma” i „Człowiek zbuntowany” to rozwinięcie etyczne i społeczne – pokazują, że możliwa jest odpowiedzialność, że warto działać mimo wszystko. Widać w tym ewolucję Camusa – od filozofii indywidualnej do postawy etycznej i wspólnotowej.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80063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F3A447-6739-1FE7-1C67-31E05CC5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Absurdyzm</a:t>
            </a:r>
            <a:r>
              <a:rPr lang="pl-PL" dirty="0"/>
              <a:t> w twórczości pisarza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32254C-7F60-9755-4296-7025EDB32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Filozofia Camusa pozostaje aktualna. W czasach niepokoju, konfliktów i utraty sensu jego pytania nadal brzmią mocno: czy życie ma sens, jeśli nie ma Boga? Jak postępować, gdy świat wydaje się niesprawiedliwy? Camus nie daje gotowych odpowiedzi, ale proponuje uczciwą postawę – życie bez złudzeń, ale z godnością. To wezwanie, by nie uciekać od trudnych pytań, ale stawić im czoła. By być wolnym – i odpowiedzialnym.</a:t>
            </a:r>
          </a:p>
        </p:txBody>
      </p:sp>
    </p:spTree>
    <p:extLst>
      <p:ext uri="{BB962C8B-B14F-4D97-AF65-F5344CB8AC3E}">
        <p14:creationId xmlns:p14="http://schemas.microsoft.com/office/powerpoint/2010/main" val="2513657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czka">
  <a:themeElements>
    <a:clrScheme name="Niestandardowy 1">
      <a:dk1>
        <a:srgbClr val="282828"/>
      </a:dk1>
      <a:lt1>
        <a:srgbClr val="FBF1C7"/>
      </a:lt1>
      <a:dk2>
        <a:srgbClr val="3C3836"/>
      </a:dk2>
      <a:lt2>
        <a:srgbClr val="EBDBB2"/>
      </a:lt2>
      <a:accent1>
        <a:srgbClr val="83A598"/>
      </a:accent1>
      <a:accent2>
        <a:srgbClr val="FE8019"/>
      </a:accent2>
      <a:accent3>
        <a:srgbClr val="98971A"/>
      </a:accent3>
      <a:accent4>
        <a:srgbClr val="458588"/>
      </a:accent4>
      <a:accent5>
        <a:srgbClr val="B16286"/>
      </a:accent5>
      <a:accent6>
        <a:srgbClr val="689D6A"/>
      </a:accent6>
      <a:hlink>
        <a:srgbClr val="458588"/>
      </a:hlink>
      <a:folHlink>
        <a:srgbClr val="B16286"/>
      </a:folHlink>
    </a:clrScheme>
    <a:fontScheme name="Paczka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zka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TM10001115[[fn=Paczka]]</Template>
  <TotalTime>19</TotalTime>
  <Words>933</Words>
  <Application>Microsoft Office PowerPoint</Application>
  <PresentationFormat>Panoramiczny</PresentationFormat>
  <Paragraphs>18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Paczka</vt:lpstr>
      <vt:lpstr>Absurd, bunt i sens życia </vt:lpstr>
      <vt:lpstr>Albert Camus</vt:lpstr>
      <vt:lpstr>Absurd</vt:lpstr>
      <vt:lpstr>Mit Syzyfa (1942)</vt:lpstr>
      <vt:lpstr>Obcy (1942)</vt:lpstr>
      <vt:lpstr>Dżuma (1947)</vt:lpstr>
      <vt:lpstr>Człowiek Zbuntowany (1951)</vt:lpstr>
      <vt:lpstr>Absurdyzm w twórczości pisarza</vt:lpstr>
      <vt:lpstr>Absurdyzm w twórczości pisarza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Konstanty Lamcha</dc:creator>
  <cp:lastModifiedBy>Konstanty Lamcha</cp:lastModifiedBy>
  <cp:revision>1</cp:revision>
  <dcterms:created xsi:type="dcterms:W3CDTF">2025-06-03T10:05:58Z</dcterms:created>
  <dcterms:modified xsi:type="dcterms:W3CDTF">2025-06-03T10:25:17Z</dcterms:modified>
</cp:coreProperties>
</file>