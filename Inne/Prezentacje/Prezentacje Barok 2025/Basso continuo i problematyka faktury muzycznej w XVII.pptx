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Rj36dOglrwvyXNfmHGbrk9NeP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Kawecka" userId="S::julkaw3@st.amu.edu.pl::0179b917-dccb-4376-93a4-51a1c26ed77d" providerId="AD" clId="Web-{491E3CDC-43DE-CC70-EA93-B988CE7D512B}"/>
    <pc:docChg chg="modSld">
      <pc:chgData name="Julia Kawecka" userId="S::julkaw3@st.amu.edu.pl::0179b917-dccb-4376-93a4-51a1c26ed77d" providerId="AD" clId="Web-{491E3CDC-43DE-CC70-EA93-B988CE7D512B}" dt="2025-04-02T15:26:42.084" v="2" actId="20577"/>
      <pc:docMkLst>
        <pc:docMk/>
      </pc:docMkLst>
      <pc:sldChg chg="modSp">
        <pc:chgData name="Julia Kawecka" userId="S::julkaw3@st.amu.edu.pl::0179b917-dccb-4376-93a4-51a1c26ed77d" providerId="AD" clId="Web-{491E3CDC-43DE-CC70-EA93-B988CE7D512B}" dt="2025-04-02T15:26:42.084" v="2" actId="20577"/>
        <pc:sldMkLst>
          <pc:docMk/>
          <pc:sldMk cId="0" sldId="269"/>
        </pc:sldMkLst>
        <pc:spChg chg="mod">
          <ac:chgData name="Julia Kawecka" userId="S::julkaw3@st.amu.edu.pl::0179b917-dccb-4376-93a4-51a1c26ed77d" providerId="AD" clId="Web-{491E3CDC-43DE-CC70-EA93-B988CE7D512B}" dt="2025-04-02T15:26:42.084" v="2" actId="20577"/>
          <ac:spMkLst>
            <pc:docMk/>
            <pc:sldMk cId="0" sldId="269"/>
            <ac:spMk id="16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OObAfpmUods" TargetMode="External"/><Relationship Id="rId4" Type="http://schemas.openxmlformats.org/officeDocument/2006/relationships/hyperlink" Target="https://www.youtube.com/watch?v=lq2gmVqaM6k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ks4.imslp.info/files/imglnks/usimg/b/bb/IMSLP286641-PMLP116645-lenvovemvsichedi00cacc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sKWQxRaf-s" TargetMode="External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Un3EvfxrgfI" TargetMode="External"/><Relationship Id="rId5" Type="http://schemas.openxmlformats.org/officeDocument/2006/relationships/hyperlink" Target="https://www.youtube.com/watch?v=EYNqHhnT1CI" TargetMode="External"/><Relationship Id="rId4" Type="http://schemas.openxmlformats.org/officeDocument/2006/relationships/hyperlink" Target="https://www.youtube.com/watch?v=XUqdpFYTatI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rvYjV1Erx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EsUWG2axB3w&amp;list=RDEsUWG2axB3w&amp;start_radio=1&amp;t=6" TargetMode="External"/><Relationship Id="rId4" Type="http://schemas.openxmlformats.org/officeDocument/2006/relationships/hyperlink" Target="https://www.youtube.com/watch?v=p7fhbKsdvBA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l-PL" i="1"/>
              <a:t>Basso continuo</a:t>
            </a:r>
            <a:r>
              <a:rPr lang="pl-PL"/>
              <a:t> i problematyka faktury muzycznej w XVII i XVIII wieku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pl-PL"/>
              <a:t>Magdalena Walter-Mazur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4770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 b="1" i="1"/>
              <a:t>Basso continuo</a:t>
            </a:r>
            <a:endParaRPr i="1"/>
          </a:p>
        </p:txBody>
      </p:sp>
      <p:pic>
        <p:nvPicPr>
          <p:cNvPr id="91" name="Google Shape;91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44344" y="2471425"/>
            <a:ext cx="4038600" cy="45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>
            <a:spLocks noGrp="1"/>
          </p:cNvSpPr>
          <p:nvPr>
            <p:ph type="body" idx="2"/>
          </p:nvPr>
        </p:nvSpPr>
        <p:spPr>
          <a:xfrm>
            <a:off x="4776450" y="718499"/>
            <a:ext cx="4038600" cy="58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l-PL" sz="5500"/>
              <a:t>(</a:t>
            </a:r>
            <a:r>
              <a:rPr lang="pl-PL" sz="8000"/>
              <a:t>bas generalny, bas cyfrowany, generałbas, b.c.)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l-PL" sz="8000"/>
              <a:t>W XVII i XVIII wieku linia głosu basowego, stanowiąca harmoniczny fundament utworu. Najczęściej wymagający od wykonawcy improwizacyjnego dopełnienia. Kompozytorzy zazwyczaj dopisywali obok nut cyfry podpowiadające wykonawcy, jak powinni uzupełnić strukturę akordową. W epoce baroku istnienie basu cyfrowanego było tak oczywiste, że utwory bez b.c. były specjalnie oznaczane (</a:t>
            </a:r>
            <a:r>
              <a:rPr lang="pl-PL" sz="8000" i="1"/>
              <a:t>senza continuo</a:t>
            </a:r>
            <a:r>
              <a:rPr lang="pl-PL" sz="8000"/>
              <a:t>)</a:t>
            </a:r>
            <a:endParaRPr sz="800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sz="8000" u="sng">
                <a:solidFill>
                  <a:schemeClr val="hlink"/>
                </a:solidFill>
                <a:hlinkClick r:id="rId4"/>
              </a:rPr>
              <a:t>https://www.youtube.com/watch?v=lq2gmVqaM6k</a:t>
            </a:r>
            <a:r>
              <a:rPr lang="pl-PL" sz="8000"/>
              <a:t> Early Music Sources speach</a:t>
            </a:r>
            <a:endParaRPr sz="800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sz="8000" u="sng">
                <a:solidFill>
                  <a:schemeClr val="hlink"/>
                </a:solidFill>
                <a:hlinkClick r:id="rId5"/>
              </a:rPr>
              <a:t>https://www.youtube.com/watch?v=OObAfpmUods</a:t>
            </a:r>
            <a:endParaRPr sz="800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ct val="100000"/>
              <a:buChar char="•"/>
            </a:pPr>
            <a:r>
              <a:rPr lang="pl-PL" sz="8000"/>
              <a:t>https://www.youtube.com/watch?v=eoWtvPBKefc</a:t>
            </a:r>
            <a:endParaRPr sz="8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l-PL" i="1"/>
              <a:t>Basso continuo </a:t>
            </a:r>
            <a:r>
              <a:rPr lang="pl-PL"/>
              <a:t>a monodia akompaniowana i styl koncertujący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25070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sz="2000" u="sng">
                <a:solidFill>
                  <a:schemeClr val="hlink"/>
                </a:solidFill>
                <a:hlinkClick r:id="rId3"/>
              </a:rPr>
              <a:t>http://ks4.imslp.info/files/imglnks/usimg/b/bb/IMSLP286641-PMLP116645-lenvovemvsichedi00cacc.pdf</a:t>
            </a:r>
            <a:endParaRPr sz="2000"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 Francesco Caccini, Le nuove musiche, 1602</a:t>
            </a:r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2"/>
          </p:nvPr>
        </p:nvSpPr>
        <p:spPr>
          <a:xfrm>
            <a:off x="3779912" y="1484784"/>
            <a:ext cx="4978896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l-PL"/>
              <a:t>Pojawienie się samodzielnego głosu basowego implikującego poprzez odpowiedni zapis (cyfrowanie) przebieg harmoniczny utworu, było związane z zaistnieniem zjawiska monodii akompaniowanej oraz stylu koncertującego, gdzie głos wokalny rozwijał się w sposób nieskrępowany ponad linią basu. Głos (lub głosy) były uwolnione od konieczności realizowania warstwy harmonicznej utworu, jak miało to miejsce w renesansowej polifonii.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l-PL" sz="3200"/>
              <a:t>Stale obecna podstawa harmoniczna utworu, realizowana częściowo w sposób improwizowany</a:t>
            </a:r>
            <a:endParaRPr sz="3200"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2317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pl-PL"/>
            </a:br>
            <a:endParaRPr/>
          </a:p>
        </p:txBody>
      </p:sp>
      <p:sp>
        <p:nvSpPr>
          <p:cNvPr id="106" name="Google Shape;106;p4"/>
          <p:cNvSpPr txBox="1">
            <a:spLocks noGrp="1"/>
          </p:cNvSpPr>
          <p:nvPr>
            <p:ph type="body" idx="2"/>
          </p:nvPr>
        </p:nvSpPr>
        <p:spPr>
          <a:xfrm>
            <a:off x="4648200" y="4365104"/>
            <a:ext cx="4038600" cy="216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https://www.youtube.com/watch?v=UsKWQxRaf-s</a:t>
            </a:r>
            <a:r>
              <a:rPr lang="pl-PL"/>
              <a:t> Nigra sum</a:t>
            </a:r>
            <a:endParaRPr/>
          </a:p>
          <a:p>
            <a:pPr marL="342900" lvl="0" indent="-34290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u="sng">
                <a:solidFill>
                  <a:schemeClr val="hlink"/>
                </a:solidFill>
                <a:hlinkClick r:id="rId4"/>
              </a:rPr>
              <a:t>https://www.youtube.com/watch?v=XUqdpFYTatI</a:t>
            </a:r>
            <a:endParaRPr/>
          </a:p>
          <a:p>
            <a:pPr marL="342900" lvl="0" indent="-34290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u="sng">
                <a:solidFill>
                  <a:schemeClr val="hlink"/>
                </a:solidFill>
                <a:hlinkClick r:id="rId5"/>
              </a:rPr>
              <a:t>https://www.youtube.com/watch?v=EYNqHhnT1CI</a:t>
            </a:r>
            <a:endParaRPr/>
          </a:p>
          <a:p>
            <a:pPr marL="342900" lvl="0" indent="-34290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u="sng">
                <a:solidFill>
                  <a:schemeClr val="hlink"/>
                </a:solidFill>
                <a:hlinkClick r:id="rId6"/>
              </a:rPr>
              <a:t>https://www.youtube.com/watch?v=Un3EvfxrgfI</a:t>
            </a:r>
            <a:r>
              <a:rPr lang="pl-PL"/>
              <a:t> Laetatus sum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1720" y="1723211"/>
            <a:ext cx="5318125" cy="2506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Geneza</a:t>
            </a:r>
            <a:endParaRPr/>
          </a:p>
        </p:txBody>
      </p:sp>
      <p:sp>
        <p:nvSpPr>
          <p:cNvPr id="113" name="Google Shape;113;p5"/>
          <p:cNvSpPr txBox="1"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l-PL"/>
              <a:t>Pojawienie się b.c. u progu 1600 wieku było przygotowywane pod koniec XVI wieku: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pl-PL"/>
              <a:t>Praktyka wykonawcza: śpiewany tylko najwyższy głos, reszta akompaniowana;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pl-PL"/>
              <a:t>Praktyka „wspierania” głosów na organach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l-PL"/>
              <a:t>- Zmiany fakturalne: coraz większa rola głosów skrajnych (madrygał), „odkrycie” walorów faktury nota contra notam;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l-PL"/>
              <a:t>- Frottola – pieśń dworska solowa z akompaniamentem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Geneza</a:t>
            </a:r>
            <a:endParaRPr/>
          </a:p>
        </p:txBody>
      </p:sp>
      <p:sp>
        <p:nvSpPr>
          <p:cNvPr id="119" name="Google Shape;119;p6"/>
          <p:cNvSpPr txBox="1"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l-PL"/>
              <a:t>Dwie formy, które poprzedziły dojrzałe b.c.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pl-PL" i="1"/>
              <a:t>Basso seguente </a:t>
            </a:r>
            <a:r>
              <a:rPr lang="pl-PL"/>
              <a:t>– wyodrębnione z faktury głosowej najniżej aktualnie brzmiące dźwięki i instrumentalne akompaniowanie na ich podstawie;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-"/>
            </a:pPr>
            <a:r>
              <a:rPr lang="pl-PL" i="1"/>
              <a:t>Partitura pro organo </a:t>
            </a:r>
            <a:r>
              <a:rPr lang="pl-PL"/>
              <a:t>– pomysł muzycznych wydawców – dodatkowa książka głosowa przeznaczona dla organisty (głównie dot. repertuaru polichóralnego)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457200" y="476672"/>
            <a:ext cx="8229600" cy="94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l-PL"/>
              <a:t>Typy </a:t>
            </a:r>
            <a:r>
              <a:rPr lang="pl-PL" i="1"/>
              <a:t>partitura pro organo</a:t>
            </a:r>
            <a:br>
              <a:rPr lang="pl-PL" i="1"/>
            </a:br>
            <a:r>
              <a:rPr lang="pl-PL" sz="2000"/>
              <a:t>(</a:t>
            </a:r>
            <a:r>
              <a:rPr lang="pl-PL" sz="2200"/>
              <a:t>Nie była to partytura w dzisiejszym rozumieniu)</a:t>
            </a:r>
            <a:br>
              <a:rPr lang="pl-PL"/>
            </a:br>
            <a:endParaRPr i="1"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Zapis głosów basowych (lub najniższych dźwięków chórów), na osobnej pięciolinii dla każdego chóru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Dla każdego chóru dwie pięciolinie: jedna bas, druga głos najwyższy (dla orientacji w przebiegu)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W utworach czterogłosowych „prawdziwa” partytura, czyli transkrypcja czterogłosu wokalnego na organy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Druki zawierające b.s. i p.p.o.</a:t>
            </a:r>
            <a:endParaRPr/>
          </a:p>
        </p:txBody>
      </p:sp>
      <p:sp>
        <p:nvSpPr>
          <p:cNvPr id="131" name="Google Shape;131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Pierwsze zachowane b.s. : Placido Falconio „Introitus et Alleluja per omnes festivitates”, Wenecja 1575.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Pierwsze zachowana p.p.o.: Giovanni Croce „Motetti a otto voci”, Giacomo Vincenti, Wenecja 1594.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Czym się różni b.c. od b.s. i p.p.o?</a:t>
            </a:r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Nie jest jednym z głosów konstrukcji kontrapunktycznej, lecz jest całkowicie od nich niezależny, stanowi rzeczywista podporę harmoniczną.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l-PL"/>
              <a:t>Pierwsze przykłady druków zawierających realne b.c.</a:t>
            </a:r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25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Związane są już z monodią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Wszystkie ukazują się drukiem w 1600 roku: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pl-PL"/>
              <a:t>Le musiche…sopra L’Euridice Jacopo Periego;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pl-PL"/>
              <a:t>L’Euridice Giulio Cacciniego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pl-PL"/>
              <a:t>Rappresentatione di Anima e di Corpo Emilia de Cavalieri</a:t>
            </a:r>
            <a:endParaRPr/>
          </a:p>
          <a:p>
            <a:pPr marL="0" lvl="0" indent="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l-PL"/>
              <a:t>Ten ostatni zastosował jako pierwszy nazwę </a:t>
            </a:r>
            <a:r>
              <a:rPr lang="pl-PL" i="1"/>
              <a:t>basso continuo</a:t>
            </a:r>
            <a:r>
              <a:rPr lang="pl-PL"/>
              <a:t>, jego cyfrowanie było najdokładniejsze (nawet podwójne i potrójne, z zaznaczeniem pozycji dźwięków przez stosowanie cyfr do 18).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l-PL"/>
              <a:t>O problemach, zasadach i sposobach realizacji dowiadujemy się z traktatów</a:t>
            </a:r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M.in. Agistono Agazzariego „Del suonare sopra’l basso con tutti li stromenti” (Siena 1607, Wenecja 1609)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pl-PL"/>
              <a:t>Dzieli on instrumenty na fundamentalne (organy, klawesyn, teorba) i ornamentalne (lutnia, harfa, szpinet, skrzypce).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l-PL"/>
              <a:t>Realizacja b.c. a obsada wykonawcza utworów</a:t>
            </a:r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Dobór instrumentu/instrumentów realizujących b.c. należał do wykonawców (ew. zależał od warunków wykonania). Mógł to być jeden instrument harmoniczny, lub cała grupa instrumentów (tzw. </a:t>
            </a:r>
            <a:r>
              <a:rPr lang="pl-PL" b="1"/>
              <a:t>grupa continuo</a:t>
            </a:r>
            <a:r>
              <a:rPr lang="pl-PL"/>
              <a:t>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Pozostałe instrumenty, które miały dokładnie sprecyzowany przebieg partii, nazywano </a:t>
            </a:r>
            <a:r>
              <a:rPr lang="pl-PL" b="1"/>
              <a:t>instrumentami obligato</a:t>
            </a:r>
            <a:r>
              <a:rPr lang="pl-PL"/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B.c. w XVIII i XIX w.</a:t>
            </a:r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W XVIII wieku nauka realizacji </a:t>
            </a:r>
            <a:r>
              <a:rPr lang="pl-PL" i="1"/>
              <a:t>basso continuo </a:t>
            </a:r>
            <a:r>
              <a:rPr lang="pl-PL"/>
              <a:t>staje się elementem nauki kompozycji (David Heinichen, </a:t>
            </a:r>
            <a:r>
              <a:rPr lang="pl-PL" i="1"/>
              <a:t>Der Genralnbas in der Composition</a:t>
            </a:r>
            <a:r>
              <a:rPr lang="pl-PL"/>
              <a:t>, Drezno 1728), zaś w wieku XIX przeradza się w naukę harmonii, nazywaną jeszcze czasem „nauka generałbasu”.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B.c. jako współczynnik faktury utrzymuje się najdłużej w muzyce kościelnej, do początków XIX w., rezygnują z niego w połowie XVIII wieku kompozytorzy mannheimscy.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l-PL" i="1"/>
              <a:t>Basso continuo </a:t>
            </a:r>
            <a:r>
              <a:rPr lang="pl-PL"/>
              <a:t>a faktura utworów barokowych</a:t>
            </a:r>
            <a:endParaRPr/>
          </a:p>
        </p:txBody>
      </p:sp>
      <p:sp>
        <p:nvSpPr>
          <p:cNvPr id="167" name="Google Shape;16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46672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Faktura spolaryzowana – biegunowa, najważniejsze są głosy skrajne, głosy środkowe stanowią wypełnienie harmoniczne, “homofonia continuo”</a:t>
            </a:r>
            <a:endParaRPr/>
          </a:p>
        </p:txBody>
      </p:sp>
      <p:sp>
        <p:nvSpPr>
          <p:cNvPr id="168" name="Google Shape;168;p14"/>
          <p:cNvSpPr txBox="1">
            <a:spLocks noGrp="1"/>
          </p:cNvSpPr>
          <p:nvPr>
            <p:ph type="body" idx="2"/>
          </p:nvPr>
        </p:nvSpPr>
        <p:spPr>
          <a:xfrm>
            <a:off x="4067944" y="1600200"/>
            <a:ext cx="461885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5623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dirty="0"/>
              <a:t>Faktura </a:t>
            </a:r>
            <a:r>
              <a:rPr lang="pl-PL" i="1" dirty="0"/>
              <a:t>a </a:t>
            </a:r>
            <a:r>
              <a:rPr lang="pl-PL" i="1" dirty="0" err="1"/>
              <a:t>due</a:t>
            </a:r>
            <a:r>
              <a:rPr lang="pl-PL" i="1" dirty="0"/>
              <a:t> </a:t>
            </a:r>
            <a:r>
              <a:rPr lang="pl-PL" i="1" dirty="0" err="1"/>
              <a:t>canti</a:t>
            </a:r>
            <a:r>
              <a:rPr lang="pl-PL" i="1" dirty="0"/>
              <a:t> – </a:t>
            </a:r>
            <a:r>
              <a:rPr lang="pl-PL" dirty="0"/>
              <a:t>dwa głosy „koncertują” na tle basowej podstawy</a:t>
            </a:r>
            <a:endParaRPr dirty="0"/>
          </a:p>
          <a:p>
            <a:pPr marL="342900" lvl="0" indent="-356235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dirty="0"/>
              <a:t>„kontrapunkt </a:t>
            </a:r>
            <a:r>
              <a:rPr lang="pl-PL" dirty="0" err="1"/>
              <a:t>luxurians</a:t>
            </a:r>
            <a:r>
              <a:rPr lang="pl-PL" dirty="0"/>
              <a:t>” dojrzałego baroku: polifonia w której poszczególne głosy stanowią figurację szkieletu harmonicznego</a:t>
            </a:r>
            <a:endParaRPr dirty="0"/>
          </a:p>
          <a:p>
            <a:pPr marL="342900" lvl="0" indent="-352425" algn="l" rtl="0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sz="20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https://www.youtube.com/watch?v=lrvYjV1Erx0</a:t>
            </a:r>
            <a:r>
              <a:rPr lang="pl-PL" sz="2000" dirty="0"/>
              <a:t> O </a:t>
            </a:r>
            <a:r>
              <a:rPr lang="pl-PL" sz="2000" dirty="0" err="1"/>
              <a:t>come</a:t>
            </a:r>
            <a:r>
              <a:rPr lang="pl-PL" sz="2000" dirty="0"/>
              <a:t> </a:t>
            </a:r>
            <a:r>
              <a:rPr lang="pl-PL" sz="2000" dirty="0" err="1"/>
              <a:t>sei</a:t>
            </a:r>
            <a:r>
              <a:rPr lang="pl-PL" sz="2000" dirty="0"/>
              <a:t> gentile</a:t>
            </a:r>
            <a:endParaRPr dirty="0"/>
          </a:p>
          <a:p>
            <a:pPr marL="342900" indent="-352425">
              <a:spcBef>
                <a:spcPts val="340"/>
              </a:spcBef>
              <a:buSzPct val="100000"/>
            </a:pPr>
            <a:r>
              <a:rPr lang="pl-PL" sz="200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https://www.youtube.com/watch?v=p7fhbKsdvBA</a:t>
            </a:r>
            <a:r>
              <a:rPr lang="pl-PL" sz="2000"/>
              <a:t> (z partyturą)</a:t>
            </a:r>
            <a:endParaRPr sz="2000"/>
          </a:p>
          <a:p>
            <a:pPr marL="342900" lvl="0" indent="-352425" algn="l" rtl="0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 sz="2000" u="sng" dirty="0">
                <a:solidFill>
                  <a:schemeClr val="hlink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https://www.youtube.com/watch?v=EsUWG2axB3w&amp;list=RDEsUWG2axB3w&amp;start_radio=1&amp;t=6</a:t>
            </a:r>
            <a:r>
              <a:rPr lang="pl-PL" sz="2000" dirty="0"/>
              <a:t> Bach Magnificat</a:t>
            </a:r>
            <a:endParaRPr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Podstawowa literatura:</a:t>
            </a:r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Z.M. Szweykowski, Historia muzyki w XVII wieku, tom I „Pierwsze zmiany”, s. 85-113.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l-PL"/>
              <a:t>„Jak realizować basso continuo”, ed. Z.M. Szweykowski, Musica Prattica t. IV, Kraków 1997.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4" ma:contentTypeDescription="Utwórz nowy dokument." ma:contentTypeScope="" ma:versionID="62f6f3bbf6e7b2b06dc3a172d813ca7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ca5d59b4953e6095b4ea946cb20e85bd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C827C91-3768-4624-9695-8F155E7501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9dc642-48f7-4e58-8e1f-5ae5924132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6EDA5B-D108-4F74-A37A-534583B4E5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57D6A9-DA52-4EF5-855C-D16A6731CAC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Motyw pakietu Office</vt:lpstr>
      <vt:lpstr>Basso continuo i problematyka faktury muzycznej w XVII i XVIII wieku</vt:lpstr>
      <vt:lpstr>Basso continuo</vt:lpstr>
      <vt:lpstr>Basso continuo a monodia akompaniowana i styl koncertujący</vt:lpstr>
      <vt:lpstr>Stale obecna podstawa harmoniczna utworu, realizowana częściowo w sposób improwizowany</vt:lpstr>
      <vt:lpstr>Geneza</vt:lpstr>
      <vt:lpstr>Geneza</vt:lpstr>
      <vt:lpstr>Typy partitura pro organo (Nie była to partytura w dzisiejszym rozumieniu) </vt:lpstr>
      <vt:lpstr>Druki zawierające b.s. i p.p.o.</vt:lpstr>
      <vt:lpstr>Czym się różni b.c. od b.s. i p.p.o?</vt:lpstr>
      <vt:lpstr>Pierwsze przykłady druków zawierających realne b.c.</vt:lpstr>
      <vt:lpstr>O problemach, zasadach i sposobach realizacji dowiadujemy się z traktatów</vt:lpstr>
      <vt:lpstr>Realizacja b.c. a obsada wykonawcza utworów</vt:lpstr>
      <vt:lpstr>B.c. w XVIII i XIX w.</vt:lpstr>
      <vt:lpstr>Basso continuo a faktura utworów barokowych</vt:lpstr>
      <vt:lpstr>Podstawowa literatura: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Magda i Tomek</dc:creator>
  <cp:revision>5</cp:revision>
  <dcterms:created xsi:type="dcterms:W3CDTF">2020-03-23T15:12:12Z</dcterms:created>
  <dcterms:modified xsi:type="dcterms:W3CDTF">2025-05-16T06:38:25Z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