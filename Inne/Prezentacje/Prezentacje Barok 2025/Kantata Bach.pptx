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tSqhJAJU8Iiq60FfXTt1T3wVb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2" Type="http://schemas.openxmlformats.org/officeDocument/2006/relationships/presProps" Target="presProps.xml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11" Type="http://schemas.openxmlformats.org/officeDocument/2006/relationships/customXml" Target="../customXml/item3.xml"/><Relationship Id="rId5" Type="http://schemas.openxmlformats.org/officeDocument/2006/relationships/slide" Target="slides/slide1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Px_UReer1ww&amp;list=PLE30482D8C2F9C0C5&amp;index=4" TargetMode="External"/><Relationship Id="rId4" Type="http://schemas.openxmlformats.org/officeDocument/2006/relationships/hyperlink" Target="http://kbpp.org.pl/bwv-26" TargetMode="External"/><Relationship Id="rId5" Type="http://schemas.openxmlformats.org/officeDocument/2006/relationships/hyperlink" Target="https://de.wikipedia.org/wiki/Ach_wie_fl%C3%BCchtig,_ach_wie_nichti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l-PL"/>
              <a:t>Kantata i oratorium w twórczości J.S. Bacha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Kantata protestancka – w centrum nabożeństwa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pl-PL" sz="3600"/>
              <a:t>Słowo w centrum liturgii protestanckiej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pl-PL" sz="3600"/>
              <a:t>Kantata jako „muzyczne kazanie”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pl-PL" sz="3600"/>
              <a:t>Rozwija się z wieloodcinkowego koncertu kościelnego;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pl-PL" sz="3600"/>
              <a:t>Niekiedy wykorzystuje chorał protestancki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Twórczość kantatowa Bacha – 200 kantat (4 roczniki)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Wczesna twórczość – formy przekomponowane lub łukowe;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Gott ist mein Koenig (1708) – jedyna wydana drukiem;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Reforma Erdmanna Neumeistra pod wpływem reformy Metastasia i szkoły neapolitańskiej (chór, recytatywy, arie, chorał)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https://www.youtube.com/watch?v=Px_UReer1ww&amp;list=PLE30482D8C2F9C0C5&amp;index=4</a:t>
            </a:r>
            <a:r>
              <a:rPr lang="pl-PL"/>
              <a:t> Ach, wie fluechtig (1724)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 u="sng">
                <a:solidFill>
                  <a:schemeClr val="hlink"/>
                </a:solidFill>
                <a:hlinkClick r:id="rId4"/>
              </a:rPr>
              <a:t>http://kbpp.org.pl/bwv-26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 u="sng">
                <a:solidFill>
                  <a:schemeClr val="hlink"/>
                </a:solidFill>
                <a:hlinkClick r:id="rId5"/>
              </a:rPr>
              <a:t>https://de.wikipedia.org/wiki/Ach_wie_fl%C3%BCchtig,_ach_wie_nichtig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7" ma:contentTypeDescription="Utwórz nowy dokument." ma:contentTypeScope="" ma:versionID="2f65554e001a104de1e837ede77d9b5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7eb54fb987e1b7a686c2de0228e15e3b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9E059C-8B09-4DD8-A1DF-9C25149687FA}"/>
</file>

<file path=customXml/itemProps2.xml><?xml version="1.0" encoding="utf-8"?>
<ds:datastoreItem xmlns:ds="http://schemas.openxmlformats.org/officeDocument/2006/customXml" ds:itemID="{58C20CA2-AA33-4784-ABCB-C0B179610421}"/>
</file>

<file path=customXml/itemProps3.xml><?xml version="1.0" encoding="utf-8"?>
<ds:datastoreItem xmlns:ds="http://schemas.openxmlformats.org/officeDocument/2006/customXml" ds:itemID="{D639E066-BD20-414E-818E-DB1F6E31BFA5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Magdalena Walter-Mazur</dc:creator>
  <dcterms:created xsi:type="dcterms:W3CDTF">2025-05-26T17:28:25Z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